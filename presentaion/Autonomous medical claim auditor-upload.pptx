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0E3FD3A-D2C1-4256-A15B-0BF83332FD3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F43EB6-4DB8-4949-9D46-9B65255C14B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61F3AB-572C-4798-84D6-84C3874468C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DEEBA63-69CE-443D-8113-0C8F3499D8F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58D750-8DDA-4C95-A16E-D9708734BB1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32F9C4-AA52-4E06-B20E-88020F97FD3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BCB7778-7D7D-4146-9A7C-59EDF092923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7AB64D4-3756-49E0-8BBA-6DF60665B6A1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FA2FD77-BB9A-4C84-A345-7CBA281F388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89B6C18-B980-4A92-B84E-6D96ADAB093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7461AF4-4CE8-41D6-A4F0-26AB23CC44D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B8FF1D-8F2E-45CC-AC1E-3940CFA6E5B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IN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8E38FC-9B47-48E9-93A9-A76D8D71606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1760A9-7CE6-4000-8474-39C162FFCA4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C40CE0-8C18-438A-8FC4-188E2D0CB62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520A6A-BD96-48EC-879D-6100EECE8E3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3751D3-193C-449C-A4E5-DE3BEB50703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0B45DC-8A4F-4B35-BFAC-A8EA6953835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FD5397-3686-4A2A-94DE-9B803DAA085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013115-CF8B-4BD7-BFA2-0FBC389DC66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0086BC-F67A-4008-B002-4AB016BEBA0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86D05C-B77F-4515-8DA0-A2B1A7DDE62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39" name="Google Shape;63;p14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42" name="Google Shape;70;p15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  <p:pic>
        <p:nvPicPr>
          <p:cNvPr id="43" name="Google Shape;71;p15" descr=""/>
          <p:cNvPicPr/>
          <p:nvPr/>
        </p:nvPicPr>
        <p:blipFill>
          <a:blip r:embed="rId2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46" name="Google Shape;78;p16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49" name="Google Shape;85;p17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52" name="Google Shape;92;p18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55" name="Google Shape;99;p19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58" name="Google Shape;106;p20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61" name="Google Shape;113;p21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64" name="Google Shape;120;p22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67" name="Google Shape;127;p23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70" name="Google Shape;134;p24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73" name="Google Shape;141;p25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76" name="Google Shape;148;p26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79" name="Google Shape;155;p27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82" name="Google Shape;162;p28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endParaRPr b="0" lang="en-IN" sz="2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85" name="Google Shape;169;p29" descr=""/>
          <p:cNvPicPr/>
          <p:nvPr/>
        </p:nvPicPr>
        <p:blipFill>
          <a:blip r:embed="rId1"/>
          <a:stretch/>
        </p:blipFill>
        <p:spPr>
          <a:xfrm>
            <a:off x="0" y="1080"/>
            <a:ext cx="9143640" cy="51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2026-05-27T11:02:56Z</dcterms:modified>
  <cp:revision>1</cp:revision>
  <dc:subject/>
  <dc:title/>
</cp:coreProperties>
</file>